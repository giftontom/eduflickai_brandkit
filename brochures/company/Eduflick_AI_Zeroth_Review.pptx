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71" r:id="rId4"/>
    <p:sldId id="258" r:id="rId5"/>
    <p:sldId id="272" r:id="rId6"/>
    <p:sldId id="273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DE9A4-C1B4-4FF7-95B0-3F3DDE6F822C}" type="datetimeFigureOut">
              <a:rPr lang="en-US" smtClean="0"/>
              <a:t>11-Jul-25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5A855-66F1-4490-90BD-A42834940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76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4836" y="286605"/>
            <a:ext cx="7250546" cy="1154268"/>
          </a:xfrm>
        </p:spPr>
        <p:txBody>
          <a:bodyPr>
            <a:noAutofit/>
          </a:bodyPr>
          <a:lstStyle>
            <a:lvl1pPr algn="ctr">
              <a:defRPr sz="3600" b="1"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8493-3B55-4B45-89EE-807668E05E7D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Department of computer science and engineering</a:t>
            </a:r>
          </a:p>
          <a:p>
            <a:r>
              <a:rPr lang="en-US" dirty="0" err="1"/>
              <a:t>St.Thomas</a:t>
            </a:r>
            <a:r>
              <a:rPr lang="en-US" dirty="0"/>
              <a:t> Institute for Science &amp; Technology, Trivandrum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0D858B-D038-1068-B7F5-D7F08E2C5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8231"/>
            <a:ext cx="1541429" cy="14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8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71872-4FFC-24E0-C249-45E12B78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9ADF7-50E2-5547-E6EB-C277A961B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EBFC-ED9A-47F7-B251-15C86AD2FA0C}" type="datetime1">
              <a:rPr lang="en-US" smtClean="0"/>
              <a:t>11-Jul-25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8FC54-B3DD-89D3-8702-65728E56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1DEC4-CAD4-7F36-8BCE-9839DDEA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4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CE0D9-A63D-4DED-BBE1-928CF296917B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45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3AF8C-D34D-4B03-9746-40524D2C77BE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535700C7-B365-D7BE-601D-082D1310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3314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005A-B924-407D-BC0D-EA6AC49DEDAE}" type="datetime1">
              <a:rPr lang="en-US" smtClean="0"/>
              <a:t>11-Jul-25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2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547EE-76C5-4587-8E7A-5C79E2B3A616}" type="datetime1">
              <a:rPr lang="en-US" smtClean="0"/>
              <a:t>11-Jul-25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9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CCB7B-07AF-4D0E-B209-5EFCDC56FDF0}" type="datetime1">
              <a:rPr lang="en-US" smtClean="0"/>
              <a:t>11-Jul-25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7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A8369-E88C-4C94-BE1C-6A159717C2BB}" type="datetime1">
              <a:rPr lang="en-US" smtClean="0"/>
              <a:t>11-Jul-25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4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A3D7E48A-ED95-43A4-A449-6047BD381BB1}" type="datetime1">
              <a:rPr lang="en-US" smtClean="0"/>
              <a:t>11-Jul-25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1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E735A-13C7-4A90-BC96-FC513D45890D}" type="datetime1">
              <a:rPr lang="en-US" smtClean="0"/>
              <a:t>11-Jul-25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B20FA-DD3D-4ACE-853D-E5E83955C151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3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DC63-20FE-4DF0-A1AD-A1BD1ED94B22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117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3290EF4-5EA5-40C6-B7FF-56E1C4145E03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 Department of computer science and engineering St.Thomas Institute for Science &amp; Technology, Trivandrum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41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200"/>
              <a:t>Eduflick AI: An Agentic AI-Driven Platform for Interactive Educational Video Generation and Adaptive Programming Tutoring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29" y="2012882"/>
            <a:ext cx="4919080" cy="1782369"/>
          </a:xfrm>
        </p:spPr>
        <p:txBody>
          <a:bodyPr>
            <a:normAutofit/>
          </a:bodyPr>
          <a:lstStyle/>
          <a:p>
            <a:pPr>
              <a:buNone/>
            </a:pPr>
            <a:r>
              <a:t>Group No.: —</a:t>
            </a:r>
            <a:endParaRPr dirty="0"/>
          </a:p>
          <a:p>
            <a:pPr>
              <a:buNone/>
            </a:pPr>
            <a:r>
              <a:t>Team: Nijin Noushad (LST12ECS065), Abhijith A, Akul E R, Gifton Tom Biju</a:t>
            </a:r>
          </a:p>
          <a:p>
            <a:pPr>
              <a:buNone/>
            </a:pPr>
            <a:r>
              <a:t>Dept. of Computer Science &amp; Engineering</a:t>
            </a:r>
          </a:p>
          <a:p>
            <a:pPr>
              <a:buNone/>
            </a:pPr>
            <a:r>
              <a:t>St. Thomas Institute for Science &amp; Technology, Trivandrum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B319-9041-0638-2BD6-C79FF2461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3A6DC-ECAA-4988-BBAD-E228E9903571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3F660-B21C-752C-ABF0-6E48EBC6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ADD88-813C-D1B9-02D6-A46F4DDA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AE31E7-E5A3-57F1-4E2F-F0CF6132F09C}"/>
              </a:ext>
            </a:extLst>
          </p:cNvPr>
          <p:cNvSpPr txBox="1">
            <a:spLocks/>
          </p:cNvSpPr>
          <p:nvPr/>
        </p:nvSpPr>
        <p:spPr>
          <a:xfrm>
            <a:off x="4669454" y="4574185"/>
            <a:ext cx="4919080" cy="17823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t>Guide: Asha Liza</a:t>
            </a:r>
          </a:p>
          <a:p>
            <a:pPr>
              <a:buNone/>
            </a:pPr>
            <a:r>
              <a:t>Assistant Professor</a:t>
            </a:r>
          </a:p>
          <a:p>
            <a:pPr>
              <a:buNone/>
            </a:pPr>
            <a:r>
              <a:t>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Team Members</a:t>
            </a:r>
          </a:p>
          <a:p>
            <a:pPr lvl="1"/>
            <a:r>
              <a:t>Nijin Noushad (LST12ECS065) — Agentic AI pipeline &amp; video generation</a:t>
            </a:r>
          </a:p>
          <a:p>
            <a:pPr lvl="1"/>
            <a:r>
              <a:t>Abhijith A — LLM error analysis &amp; adaptive tutor engine</a:t>
            </a:r>
          </a:p>
          <a:p>
            <a:pPr lvl="1"/>
            <a:r>
              <a:t>Akul E R — Coding interface &amp; student learning portal</a:t>
            </a:r>
          </a:p>
          <a:p>
            <a:pPr lvl="1"/>
            <a:r>
              <a:t>Gifton Tom Biju — Faculty dashboard, integration &amp; testing</a:t>
            </a:r>
          </a:p>
          <a:p>
            <a:pPr/>
            <a:r>
              <a:t>Team Objective</a:t>
            </a:r>
          </a:p>
          <a:p>
            <a:pPr lvl="1"/>
            <a:r>
              <a:t>Combine our strengths in AI/ML, LLM integration and full-stack development to build one platform that automates educational video creation and personalizes programming tutoring.</a:t>
            </a:r>
          </a:p>
          <a:p>
            <a:pPr/>
            <a:r>
              <a:t>Team Strengths</a:t>
            </a:r>
          </a:p>
          <a:p>
            <a:pPr lvl="1"/>
            <a:r>
              <a:t>Agentic AI &amp; LLM prompt engineering, full-stack web development, UI/UX design, and software testing.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11E8-24C7-8E7F-8D2C-74AF71CD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21E-1E7B-422E-9F7A-53FDF1B54CAB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202D8-E463-0D8A-269B-1C5EDD37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348D8-8A18-B4B3-C92E-7BCC6AEBA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C724D-B6FC-66DA-D5A7-39682013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D8E6-9E03-F172-FD6E-63F18FE0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3301E-F99D-EB54-374A-F22F56B6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21E-1E7B-422E-9F7A-53FDF1B54CAB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E2469-786A-1647-BDE8-AC3E28F4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3DAC0-E5E9-DE6A-B73F-2E77779B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934F64-B8EB-39A3-88AE-C397433A3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573882"/>
              </p:ext>
            </p:extLst>
          </p:nvPr>
        </p:nvGraphicFramePr>
        <p:xfrm>
          <a:off x="894736" y="1873533"/>
          <a:ext cx="7472025" cy="434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670">
                  <a:extLst>
                    <a:ext uri="{9D8B030D-6E8A-4147-A177-3AD203B41FA5}">
                      <a16:colId xmlns:a16="http://schemas.microsoft.com/office/drawing/2014/main" val="875902051"/>
                    </a:ext>
                  </a:extLst>
                </a:gridCol>
                <a:gridCol w="4316362">
                  <a:extLst>
                    <a:ext uri="{9D8B030D-6E8A-4147-A177-3AD203B41FA5}">
                      <a16:colId xmlns:a16="http://schemas.microsoft.com/office/drawing/2014/main" val="2315595616"/>
                    </a:ext>
                  </a:extLst>
                </a:gridCol>
                <a:gridCol w="1670993">
                  <a:extLst>
                    <a:ext uri="{9D8B030D-6E8A-4147-A177-3AD203B41FA5}">
                      <a16:colId xmlns:a16="http://schemas.microsoft.com/office/drawing/2014/main" val="2453120588"/>
                    </a:ext>
                  </a:extLst>
                </a:gridCol>
              </a:tblGrid>
              <a:tr h="723409">
                <a:tc>
                  <a:txBody>
                    <a:bodyPr/>
                    <a:lstStyle/>
                    <a:p>
                      <a:r>
                        <a:rPr lang="en-US" dirty="0"/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SLIDE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396414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 Formation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Abstract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50704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623072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Problem Statement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515376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Objectives of the Project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244905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Literature Review / Existing Solutions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Proposed Solution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Methodology / Implementation Plan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 Outcome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10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Evaluation Metrics / Success Criteria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11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Roles &amp; Responsibilities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12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Resources Required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13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 Factors &amp; Mitigation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  <a:tr h="723409">
                <a:tc>
                  <a:txBody>
                    <a:bodyPr/>
                    <a:lstStyle/>
                    <a:p>
                      <a:r>
                        <a:t>14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132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3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t>Eduflick AI is an AI-powered educational platform that tackles two persistent bottlenecks in digital learning: the slow, expensive and manual production of educational videos, and the lack of personalized support for students learning to program. It combines a multi-agent Agentic AI framework that autonomously researches, scripts and generates educational videos with an adaptive programming tutor. The tutor provides an online coding environment for C, C++, Java and Python, uses a Large Language Model to classify syntax, logical and runtime errors, and returns hint-based feedback instead of direct answers, while recommending practice by each student's skill and history. A faculty dashboard tracks progress and generates analytics. Together, these reduce content-creation time and deliver a scalable, personalized e-learning environment.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5D04C-0B14-8FC9-2053-7C937ADF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6C5A-17B1-4A02-AE3F-D103F618F4A7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C37B4-A603-AD23-E08D-4E4B89FC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A23E-D751-D843-C199-7F7C1016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9CB9-9D7A-6CCF-166F-222A6C46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A05C-7A7E-F238-B7A1-E5CC3D66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F68B8-3DE8-0097-8151-F2B98EC8B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Background &amp; Context</a:t>
            </a:r>
          </a:p>
          <a:p>
            <a:pPr lvl="1"/>
            <a:r>
              <a:t>Online education is growing fast, driving demand for engaging, interactive learning resources.</a:t>
            </a:r>
          </a:p>
          <a:p>
            <a:pPr lvl="1"/>
            <a:r>
              <a:t>Creating educational videos manually needs time, effort and technical skill — content stays slow and costly.</a:t>
            </a:r>
          </a:p>
          <a:p>
            <a:pPr lvl="1"/>
            <a:r>
              <a:t>Beginners in programming struggle to grasp concepts and fix errors without personalized guidance.</a:t>
            </a:r>
          </a:p>
          <a:p>
            <a:pPr lvl="1"/>
            <a:r>
              <a:t>Traditional compilers report errors but offer no explanation or learning support.</a:t>
            </a:r>
          </a:p>
          <a:p>
            <a:pPr/>
            <a:r>
              <a:t>Domain</a:t>
            </a:r>
          </a:p>
          <a:p>
            <a:pPr lvl="1"/>
            <a:r>
              <a:t>Agentic AI, Large Language Models (LLMs), Machine Learning and e-learning.</a:t>
            </a:r>
          </a:p>
          <a:p>
            <a:pPr/>
            <a:r>
              <a:t>Eduflick AI combines AI-powered video generation with an adaptive programming tutor for a smarter learning environment.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7AE3-4364-37BC-9466-930A507C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6C5A-17B1-4A02-AE3F-D103F618F4A7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B443E-A543-D519-2732-B356390A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CD799-77D1-53BD-B889-27B03627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40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43A5-5557-5EC3-928F-78A5989B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2F2DD-C197-727B-9EF9-F3632E2D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6048F-DE27-F37F-22B6-E5A8C5B03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Key problems</a:t>
            </a:r>
          </a:p>
          <a:p>
            <a:pPr lvl="1"/>
            <a:r>
              <a:t>Producing high-quality educational video is time-consuming, expensive and manual.</a:t>
            </a:r>
          </a:p>
          <a:p>
            <a:pPr lvl="1"/>
            <a:r>
              <a:t>Programming environments report syntax, logical &amp; runtime errors — with no explanation or support.</a:t>
            </a:r>
          </a:p>
          <a:p>
            <a:pPr lvl="1"/>
            <a:r>
              <a:t>Beginners lack personalized guidance and immediate feedback.</a:t>
            </a:r>
          </a:p>
          <a:p>
            <a:pPr lvl="1"/>
            <a:r>
              <a:t>Existing platforms do content creation OR coding help — rarely both in one system.</a:t>
            </a:r>
          </a:p>
          <a:p>
            <a:pPr lvl="1"/>
            <a:r>
              <a:t>Faculty cannot monitor every student or give individual support in large classes.</a:t>
            </a:r>
          </a:p>
          <a:p>
            <a:pPr/>
            <a:r>
              <a:t>Stakeholders: students, educators / faculty, and institutions.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BDC09-6880-4DDB-5F46-33695A65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6C5A-17B1-4A02-AE3F-D103F618F4A7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878F1-C272-DED8-F88A-451C3E1C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C37A7-724F-CD99-3B34-CA8F2265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21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Primary objective</a:t>
            </a:r>
          </a:p>
          <a:p>
            <a:pPr lvl="1"/>
            <a:r>
              <a:t>Build an AI-powered platform that automates educational video generation and provides personalized programming tutoring using Agentic AI and LLMs.</a:t>
            </a:r>
          </a:p>
          <a:p>
            <a:pPr/>
            <a:r>
              <a:t>Specific objectives</a:t>
            </a:r>
          </a:p>
          <a:p>
            <a:pPr lvl="1"/>
            <a:r>
              <a:t>Multi-agent system to automate research, script writing and video generation.</a:t>
            </a:r>
          </a:p>
          <a:p>
            <a:pPr lvl="1"/>
            <a:r>
              <a:t>Adaptive programming tutor supporting C, C++, Java and Python.</a:t>
            </a:r>
          </a:p>
          <a:p>
            <a:pPr lvl="1"/>
            <a:r>
              <a:t>Classify syntax, logical &amp; runtime errors with hint-based feedback (not direct solutions).</a:t>
            </a:r>
          </a:p>
          <a:p>
            <a:pPr lvl="1"/>
            <a:r>
              <a:t>Recommend personalized exercises from each student's performance and history.</a:t>
            </a:r>
          </a:p>
          <a:p>
            <a:pPr lvl="1"/>
            <a:r>
              <a:t>Faculty dashboard for progress, coding performance and class analytics.</a:t>
            </a:r>
          </a:p>
          <a:p>
            <a:pPr lvl="1"/>
            <a:r>
              <a:t>Reduce content-creation effort and improve engagement, skills and outcomes.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2B724-53C1-F3A5-7853-A373C7DB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A2E9-65E7-4515-A854-E5E7BD3A8F87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EAD5-F2FB-1E30-9E4A-11F7125A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7B35-8640-D5C3-4434-864AB4FB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/ 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Existing solutions</a:t>
            </a:r>
          </a:p>
          <a:p>
            <a:pPr lvl="1"/>
            <a:r>
              <a:t>Video creation: manual editing and AI avatar tools (e.g., Synthesia) — costly or generic, not curriculum-aware.</a:t>
            </a:r>
          </a:p>
          <a:p>
            <a:pPr lvl="1"/>
            <a:r>
              <a:t>Coding help: online judges (HackerRank, LeetCode) and AI assistants (GitHub Copilot) — give answers, not guided learning.</a:t>
            </a:r>
          </a:p>
          <a:p>
            <a:pPr lvl="1"/>
            <a:r>
              <a:t>Tutoring: MOOCs (Coursera, Khan Academy) — passive video with limited personalization.</a:t>
            </a:r>
          </a:p>
          <a:p>
            <a:pPr/>
            <a:r>
              <a:t>Limitations</a:t>
            </a:r>
          </a:p>
          <a:p>
            <a:pPr lvl="1"/>
            <a:r>
              <a:t>Compilers show raw errors without explanation; feedback is generic and not adaptive.</a:t>
            </a:r>
          </a:p>
          <a:p>
            <a:pPr lvl="1"/>
            <a:r>
              <a:t>Content creation and coding tutoring are handled by separate, disconnected tools.</a:t>
            </a:r>
          </a:p>
          <a:p>
            <a:pPr/>
            <a:r>
              <a:t>Our improvement</a:t>
            </a:r>
          </a:p>
          <a:p>
            <a:pPr lvl="1"/>
            <a:r>
              <a:t>One agentic platform: automated video generation + hint-based adaptive tutoring + faculty analytics.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1B301-B198-BCD8-6974-ACC92824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C0252-89A9-486F-BC4E-995A1F972440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62ED1-D704-60A7-9CE3-3414B20F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660F-1AAB-781A-0326-B2027D166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Two-module platform</a:t>
            </a:r>
          </a:p>
          <a:p>
            <a:pPr lvl="1"/>
            <a:r>
              <a:t>Module 1 — AI video generation: agents research content, auto-write scripts, and render videos with text-to-speech, animation &amp; multimedia.</a:t>
            </a:r>
          </a:p>
          <a:p>
            <a:pPr lvl="1"/>
            <a:r>
              <a:t>Module 2 — Adaptive tutor: online IDE for C, C++, Java, Python; an LLM classifies syntax, logical &amp; runtime errors and gives hint-based feedback; recommends practice by skill &amp; history.</a:t>
            </a:r>
          </a:p>
          <a:p>
            <a:pPr lvl="1"/>
            <a:r>
              <a:t>Faculty dashboard: tracks progress, generates analytics, flags students needing help.</a:t>
            </a:r>
          </a:p>
          <a:p>
            <a:pPr lvl="1"/>
            <a:r>
              <a:t>Workflow: Content → Research → Script → Video agents → Videos → Portal → Coding IDE → LLM Error Analysis → Adaptive Feedback → Faculty Dashboard.</a:t>
            </a:r>
          </a:p>
          <a:p>
            <a:pPr lvl="1"/>
            <a:r>
              <a:t>Technologies: Agentic AI, LLMs, TTS, animation, secure code-execution sandbox.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EBF91-E2D1-804D-1B09-08AB4AEF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D73D2-13D6-4643-BF0D-B32C8D5B92AC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22E8E-C7FB-2F78-B836-8CFBE103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119E5-63B5-019D-5E4F-0623D55E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Iterative development in five phases</a:t>
            </a:r>
          </a:p>
          <a:p>
            <a:pPr lvl="1"/>
            <a:r>
              <a:t>Requirement Analysis — study existing platforms, identify problems, gather requirements.  (Week 1–2)</a:t>
            </a:r>
          </a:p>
          <a:p>
            <a:pPr lvl="1"/>
            <a:r>
              <a:t>System Design — architecture, UI wireframes, database schema, agent &amp; tutor workflow.  (Week 3–4)</a:t>
            </a:r>
          </a:p>
          <a:p>
            <a:pPr lvl="1"/>
            <a:r>
              <a:t>Development — video module, adaptive tutor, LLM integration, faculty dashboard.  (Week 5–10)</a:t>
            </a:r>
          </a:p>
          <a:p>
            <a:pPr lvl="1"/>
            <a:r>
              <a:t>Testing — unit &amp; integration testing, validate AI outputs, fix bugs, optimize.  (Week 11–12)</a:t>
            </a:r>
          </a:p>
          <a:p>
            <a:pPr lvl="1"/>
            <a:r>
              <a:t>Deployment &amp; Documentation — deploy to cloud, monitor, gather feedback.  (Week 13–14)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7E7EB-2DA3-A6EB-EC97-ACD2321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9BA7-2363-470C-AE48-92014DC38D58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D285F-690D-4835-0E36-8DB698A7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ABC0F-91BE-2C76-462F-9460A85F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Final deliverables</a:t>
            </a:r>
          </a:p>
          <a:p>
            <a:pPr lvl="1"/>
            <a:r>
              <a:t>A functional AI learning platform — Eduflick AI.</a:t>
            </a:r>
          </a:p>
          <a:p>
            <a:pPr lvl="1"/>
            <a:r>
              <a:t>Automated educational video generation using Agentic AI.</a:t>
            </a:r>
          </a:p>
          <a:p>
            <a:pPr lvl="1"/>
            <a:r>
              <a:t>Adaptive programming tutor for C, C++, Java and Python.</a:t>
            </a:r>
          </a:p>
          <a:p>
            <a:pPr lvl="1"/>
            <a:r>
              <a:t>Error-analysis module (syntax, logical, runtime) with hint-based feedback.</a:t>
            </a:r>
          </a:p>
          <a:p>
            <a:pPr lvl="1"/>
            <a:r>
              <a:t>Faculty dashboard with progress, performance &amp; learning analytics.</a:t>
            </a:r>
          </a:p>
          <a:p>
            <a:pPr/>
            <a:r>
              <a:t>Expected impact</a:t>
            </a:r>
          </a:p>
          <a:p>
            <a:pPr lvl="1"/>
            <a:r>
              <a:t>Students: better understanding, personalized learning, instant feedback, more engagement.</a:t>
            </a:r>
          </a:p>
          <a:p>
            <a:pPr lvl="1"/>
            <a:r>
              <a:t>Educators &amp; institutions: less content effort, automated tracking, scalable &amp; cost-effective e-learning.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D7C86-10E2-4E04-F62F-7B3A617E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2282F-C7C1-4CCE-A890-1656AA605510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B1E15-3439-AC1E-94AB-3C5DC633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C3D4C-3041-3957-0A77-17A5F3D33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 /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Evaluation metrics</a:t>
            </a:r>
          </a:p>
          <a:p>
            <a:pPr lvl="1"/>
            <a:r>
              <a:t>Video quality — clear, accurate, easy to understand.</a:t>
            </a:r>
          </a:p>
          <a:p>
            <a:pPr lvl="1"/>
            <a:r>
              <a:t>Error detection — correctly identifies syntax, logical &amp; runtime errors.</a:t>
            </a:r>
          </a:p>
          <a:p>
            <a:pPr lvl="1"/>
            <a:r>
              <a:t>AI feedback — useful hints &amp; explanations, not direct answers.</a:t>
            </a:r>
          </a:p>
          <a:p>
            <a:pPr lvl="1"/>
            <a:r>
              <a:t>System performance — quick responses, reliable operation.</a:t>
            </a:r>
          </a:p>
          <a:p>
            <a:pPr lvl="1"/>
            <a:r>
              <a:t>User experience — simple, user-friendly, easy to navigate.</a:t>
            </a:r>
          </a:p>
          <a:p>
            <a:pPr/>
            <a:r>
              <a:t>Success criteria</a:t>
            </a:r>
          </a:p>
          <a:p>
            <a:pPr lvl="1"/>
            <a:r>
              <a:t>Auto-generates videos; accurate error analysis; improves coding skills; saves content time; faculty can monitor progress.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AA210-D944-4E71-4C49-A92339D9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168F9-8337-4FB2-ABC6-9755B1DCB784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A3D1-0CB6-B516-62E9-329B8C68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6BDAF-271D-73CB-C8CD-F916CAE1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Nijin Noushad (LST12ECS065)</a:t>
            </a:r>
          </a:p>
          <a:p>
            <a:pPr lvl="1"/>
            <a:r>
              <a:t>Agentic AI pipeline — research, script &amp; video-generation agents.</a:t>
            </a:r>
          </a:p>
          <a:p>
            <a:pPr/>
            <a:r>
              <a:t>Abhijith A</a:t>
            </a:r>
          </a:p>
          <a:p>
            <a:pPr lvl="1"/>
            <a:r>
              <a:t>LLM error analysis &amp; adaptive tutor engine; hint-based feedback.</a:t>
            </a:r>
          </a:p>
          <a:p>
            <a:pPr/>
            <a:r>
              <a:t>Akul E R</a:t>
            </a:r>
          </a:p>
          <a:p>
            <a:pPr lvl="1"/>
            <a:r>
              <a:t>Coding interface &amp; student learning portal; frontend &amp; UI/UX.</a:t>
            </a:r>
          </a:p>
          <a:p>
            <a:pPr/>
            <a:r>
              <a:t>Gifton Tom Biju</a:t>
            </a:r>
          </a:p>
          <a:p>
            <a:pPr lvl="1"/>
            <a:r>
              <a:t>Faculty dashboard, system integration, testing &amp; documentation.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FD89-4597-5897-A21F-23D3E9EA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54DE-782A-4816-A343-88AA980C4F14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F7D96-2B04-B599-7B40-5402079C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C476D-4912-337F-25DA-EA88300F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Software</a:t>
            </a:r>
          </a:p>
          <a:p>
            <a:pPr lvl="1"/>
            <a:r>
              <a:t>VS Code &amp; Git; Python and Node.js; a web frontend framework; a database.</a:t>
            </a:r>
          </a:p>
          <a:p>
            <a:pPr/>
            <a:r>
              <a:t>Tools / APIs / Datasets</a:t>
            </a:r>
          </a:p>
          <a:p>
            <a:pPr lvl="1"/>
            <a:r>
              <a:t>LLM APIs (e.g., Claude / OpenAI); text-to-speech &amp; animation APIs; a code-execution sandbox; curriculum content and coding-problem datasets.</a:t>
            </a:r>
          </a:p>
          <a:p>
            <a:pPr/>
            <a:r>
              <a:t>Hardware</a:t>
            </a:r>
          </a:p>
          <a:p>
            <a:pPr lvl="1"/>
            <a:r>
              <a:t>Development laptops; cloud hosting with GPU / compute for AI workloads.</a:t>
            </a:r>
          </a:p>
          <a:p>
            <a:pPr/>
            <a:r>
              <a:t>Support</a:t>
            </a:r>
          </a:p>
          <a:p>
            <a:pPr lvl="1"/>
            <a:r>
              <a:t>Cloud credits and API-usage budget; faculty guidance.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324A5-E58E-5BA7-D331-2A070FF4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1979-C3B6-4F46-BAC8-94D5F4930416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01685-B45F-ACD8-63D3-F0B842CC8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5C7FD-E4F3-0C00-0BBB-3C6913FF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LLM cost &amp; rate limits</a:t>
            </a:r>
          </a:p>
          <a:p>
            <a:pPr lvl="1"/>
            <a:r>
              <a:t>Mitigation: caching, batching, and a fallback to smaller / open models.</a:t>
            </a:r>
          </a:p>
          <a:p>
            <a:pPr/>
            <a:r>
              <a:t>Secure execution of student code</a:t>
            </a:r>
          </a:p>
          <a:p>
            <a:pPr lvl="1"/>
            <a:r>
              <a:t>Mitigation: run code in a sandboxed, resource-limited container.</a:t>
            </a:r>
          </a:p>
          <a:p>
            <a:pPr/>
            <a:r>
              <a:t>AI accuracy / hallucination in feedback</a:t>
            </a:r>
          </a:p>
          <a:p>
            <a:pPr lvl="1"/>
            <a:r>
              <a:t>Mitigation: constrained prompts, validation, and hint-based (not answer) output.</a:t>
            </a:r>
          </a:p>
          <a:p>
            <a:pPr/>
            <a:r>
              <a:t>Video quality &amp; time constraints</a:t>
            </a:r>
          </a:p>
          <a:p>
            <a:pPr lvl="1"/>
            <a:r>
              <a:t>Mitigation: modular templates, iterative delivery, prioritized MVP scope.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09A75-7B17-A24B-54E9-19C9FA15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1ED3-9274-41A5-9023-0CF334FB1A56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9B58-5971-FF91-E0FD-1C18578D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A3A8-85B8-1F0A-652C-5F5F4EDC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Summary</a:t>
            </a:r>
          </a:p>
          <a:p>
            <a:pPr lvl="1"/>
            <a:r>
              <a:t>Eduflick AI combines Agentic AI and LLMs to automate educational video generation and deliver adaptive, personalized programming tutoring.</a:t>
            </a:r>
          </a:p>
          <a:p>
            <a:pPr/>
            <a:r>
              <a:t>Importance</a:t>
            </a:r>
          </a:p>
          <a:p>
            <a:pPr lvl="1"/>
            <a:r>
              <a:t>It cuts content-creation time, deepens student learning, and gives faculty real analytics — a scalable, intelligent e-learning solution.</a:t>
            </a:r>
          </a:p>
          <a:p>
            <a:pPr/>
            <a:r>
              <a:t>We request the committee's approval to proceed with development.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832EF-95A4-751C-CDEC-BC56C3BBF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EAD5A-DD82-4888-9AEF-16C28EA14DF3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F14B-9420-C7F1-32D6-39F19E8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8DB3E-8F10-AB2B-A4F6-FC442119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C660C-030C-6021-9D78-0AE0D29BC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888CC-BF5A-450E-A2C9-933418E1BE67}" type="datetime1">
              <a:rPr lang="en-US" smtClean="0"/>
              <a:t>11-Jul-25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1ADCE-F2D8-03FF-B508-2CFE015B9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Department of computer science and engineering</a:t>
            </a:r>
          </a:p>
          <a:p>
            <a:r>
              <a:rPr lang="en-US"/>
              <a:t>St.Thomas Institute for Science &amp; Technology, Trivandrum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E89D-105E-C355-BF07-BDAB8243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  <p:pic>
        <p:nvPicPr>
          <p:cNvPr id="1026" name="Picture 2" descr="Free Thank you Any Questions Templates">
            <a:extLst>
              <a:ext uri="{FF2B5EF4-FFF2-40B4-BE49-F238E27FC236}">
                <a16:creationId xmlns:a16="http://schemas.microsoft.com/office/drawing/2014/main" id="{20FDCD95-31CF-6482-FEAE-6C0A68B20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20" y="857250"/>
            <a:ext cx="762983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</TotalTime>
  <Words>631</Words>
  <Application>Microsoft Office PowerPoint</Application>
  <PresentationFormat>On-screen Show (4:3)</PresentationFormat>
  <Paragraphs>130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Retrospect</vt:lpstr>
      <vt:lpstr>Project Title</vt:lpstr>
      <vt:lpstr>Team Formation</vt:lpstr>
      <vt:lpstr>Index</vt:lpstr>
      <vt:lpstr>ABSTRACT</vt:lpstr>
      <vt:lpstr>Introduction </vt:lpstr>
      <vt:lpstr>Problem Statement</vt:lpstr>
      <vt:lpstr>Objectives of the Project</vt:lpstr>
      <vt:lpstr>Literature Review / Existing Solutions</vt:lpstr>
      <vt:lpstr>Proposed Solution</vt:lpstr>
      <vt:lpstr>Methodology / Implementation Plan</vt:lpstr>
      <vt:lpstr>Expected Outcome</vt:lpstr>
      <vt:lpstr>Evaluation Metrics / Success Criteria</vt:lpstr>
      <vt:lpstr>Roles &amp; Responsibilities</vt:lpstr>
      <vt:lpstr>Resources Required</vt:lpstr>
      <vt:lpstr>Risk Factors &amp; Mitigation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P Raj</cp:lastModifiedBy>
  <cp:revision>4</cp:revision>
  <dcterms:created xsi:type="dcterms:W3CDTF">2013-01-27T09:14:16Z</dcterms:created>
  <dcterms:modified xsi:type="dcterms:W3CDTF">2025-07-11T05:14:12Z</dcterms:modified>
  <cp:category/>
</cp:coreProperties>
</file>